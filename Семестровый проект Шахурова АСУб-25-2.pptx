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9" autoAdjust="0"/>
    <p:restoredTop sz="93364" autoAdjust="0"/>
  </p:normalViewPr>
  <p:slideViewPr>
    <p:cSldViewPr snapToGrid="0">
      <p:cViewPr varScale="1">
        <p:scale>
          <a:sx n="103" d="100"/>
          <a:sy n="103" d="100"/>
        </p:scale>
        <p:origin x="51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чт 18.12.25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чт 18.12.25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чт 18.12.25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чт 18.12.25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чт 18.12.25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чт 18.12.25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чт 18.12.25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чт 18.12.25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чт 18.12.25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4" imgW="1388271" imgH="1117604" progId="CorelDraw.Graphic.21">
                  <p:embed/>
                </p:oleObj>
              </mc:Choice>
              <mc:Fallback>
                <p:oleObj name="CorelDRAW" r:id="rId14" imgW="1388271" imgH="1117604" progId="CorelDraw.Graphic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Asya-ice/assistant_for_study_bot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16107"/>
            <a:ext cx="119110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3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i="1" dirty="0">
                <a:cs typeface="Times New Roman" panose="02020603050405020304" pitchFamily="18" charset="0"/>
              </a:rPr>
              <a:t>Телеграмм бот, твой помощник в учебе</a:t>
            </a:r>
          </a:p>
          <a:p>
            <a:pPr algn="ctr"/>
            <a:r>
              <a:rPr lang="en-US" sz="2400" b="1" i="1" dirty="0">
                <a:cs typeface="Times New Roman" panose="02020603050405020304" pitchFamily="18" charset="0"/>
              </a:rPr>
              <a:t>P.S.</a:t>
            </a:r>
            <a:r>
              <a:rPr lang="ru-RU" sz="2400" b="1" i="1" dirty="0">
                <a:cs typeface="Times New Roman" panose="02020603050405020304" pitchFamily="18" charset="0"/>
              </a:rPr>
              <a:t>не получился(((((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529325" y="5443989"/>
            <a:ext cx="254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Шахурова Анастасия Евгеньевна, АСУб-25-2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6611" y="6216743"/>
            <a:ext cx="155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Иркутск 202</a:t>
            </a:r>
            <a:r>
              <a:rPr lang="en-US" dirty="0"/>
              <a:t>5</a:t>
            </a:r>
            <a:r>
              <a:rPr lang="ru-RU" dirty="0"/>
              <a:t>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4553" y="4941509"/>
            <a:ext cx="594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https://github.com/Asya-ice/assistant_for_study_bot.git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8" name="Рисунок 7" descr="Изображение выглядит как шаблон, прямоугольный, пиксель">
            <a:extLst>
              <a:ext uri="{FF2B5EF4-FFF2-40B4-BE49-F238E27FC236}">
                <a16:creationId xmlns:a16="http://schemas.microsoft.com/office/drawing/2014/main" id="{75B481C1-D9EA-9A9E-6BDD-0AFFDC7A01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626" y="2206381"/>
            <a:ext cx="2668554" cy="266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95927" y="2459504"/>
            <a:ext cx="104001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</a:rPr>
              <a:t>В эпоху информационной перегрузки люди забывают 90% изученного за неделю. Студенты, изучающие языки, профессионалы — все сталкиваются с проблемой запоминания. Существующие решения либо сложны (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Anki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), либо дороги (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Quizlet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), либо неэффективны. Нет персонализированного подхода, интеграции в повседневную жизнь и научно обоснованной методики.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6" y="942109"/>
            <a:ext cx="3136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91028" y="2644170"/>
            <a:ext cx="10400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 err="1">
                <a:solidFill>
                  <a:srgbClr val="0F1115"/>
                </a:solidFill>
                <a:effectLst/>
              </a:rPr>
              <a:t>Telegram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-бот с алгоритмом интервальных повторений (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SuperMemo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 2). Он адаптируется к каждому пользователю: определяет оптимальное время для повторения, фокусируется на сложном материале, предлагает персонализированный график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Предлагаемое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Используемы стек технологий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B6C71-8EC9-5BAA-22F5-587771DB615C}"/>
              </a:ext>
            </a:extLst>
          </p:cNvPr>
          <p:cNvSpPr txBox="1"/>
          <p:nvPr/>
        </p:nvSpPr>
        <p:spPr>
          <a:xfrm>
            <a:off x="1110342" y="1959429"/>
            <a:ext cx="96164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Среда разработки: </a:t>
            </a:r>
            <a:r>
              <a:rPr lang="en-US" sz="2400" dirty="0"/>
              <a:t>PyCharm</a:t>
            </a:r>
            <a:endParaRPr lang="ru-RU" sz="2400" dirty="0"/>
          </a:p>
          <a:p>
            <a:r>
              <a:rPr lang="ru-RU" sz="2400" dirty="0"/>
              <a:t>Операционная система:</a:t>
            </a:r>
            <a:r>
              <a:rPr lang="en-US" sz="2400" dirty="0"/>
              <a:t> Windows</a:t>
            </a:r>
            <a:endParaRPr lang="ru-RU" sz="2400" dirty="0"/>
          </a:p>
          <a:p>
            <a:r>
              <a:rPr lang="ru-RU" sz="2400" dirty="0"/>
              <a:t>Язык программирования:</a:t>
            </a:r>
            <a:r>
              <a:rPr lang="en-US" sz="2400" dirty="0"/>
              <a:t> python</a:t>
            </a:r>
            <a:endParaRPr lang="ru-RU" sz="2400" dirty="0"/>
          </a:p>
          <a:p>
            <a:r>
              <a:rPr lang="ru-RU" sz="2400" dirty="0"/>
              <a:t>Используемые библиотеки:</a:t>
            </a:r>
            <a:r>
              <a:rPr lang="en-US" sz="2400" dirty="0"/>
              <a:t> </a:t>
            </a:r>
            <a:r>
              <a:rPr lang="en-US" sz="2400" dirty="0" err="1"/>
              <a:t>pyTelegramBotAPI</a:t>
            </a:r>
            <a:r>
              <a:rPr lang="en-US" sz="2400" dirty="0"/>
              <a:t>, datetime, random, logging</a:t>
            </a:r>
            <a:endParaRPr lang="ru-RU" sz="2400" dirty="0"/>
          </a:p>
          <a:p>
            <a:r>
              <a:rPr lang="ru-RU" sz="2400" dirty="0"/>
              <a:t>База данных:</a:t>
            </a:r>
            <a:r>
              <a:rPr lang="en-US" sz="2400" dirty="0"/>
              <a:t> sqlite3</a:t>
            </a:r>
            <a:endParaRPr lang="ru-RU" sz="2400" dirty="0"/>
          </a:p>
          <a:p>
            <a:r>
              <a:rPr lang="ru-RU" sz="2400" dirty="0"/>
              <a:t>Язык интерфейса:</a:t>
            </a:r>
            <a:r>
              <a:rPr lang="en-US" sz="2400" dirty="0"/>
              <a:t> </a:t>
            </a:r>
            <a:r>
              <a:rPr lang="ru-RU" sz="2400" dirty="0"/>
              <a:t>русский</a:t>
            </a:r>
          </a:p>
        </p:txBody>
      </p:sp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798921" y="662191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Описание реализации проекты, основные моменты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4EBC6-B73E-2597-899D-A454B3889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106" y="2060718"/>
            <a:ext cx="6700367" cy="377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6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ECE6E8-7809-1E47-A813-3BD1C7335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10" y="935288"/>
            <a:ext cx="8193734" cy="543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7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727533" y="1874180"/>
            <a:ext cx="4419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НЕ ПОЛУЧИЛОСЬ(((((((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Результат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87647-F23F-3F02-892B-DD61DC82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24" y="2634782"/>
            <a:ext cx="3528527" cy="352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8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Результат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CDCC82-02E6-CD39-C679-1740BDEA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55" y="2137979"/>
            <a:ext cx="8369559" cy="327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9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95927" y="2644170"/>
            <a:ext cx="10400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 создании проекта я узнала про библиотеку </a:t>
            </a:r>
            <a:r>
              <a:rPr lang="en-US" sz="2400" dirty="0"/>
              <a:t>datetime</a:t>
            </a:r>
            <a:r>
              <a:rPr lang="ru-RU" sz="2400" dirty="0"/>
              <a:t>, с помощью которой я настроила напоминания для пользователя. Но, к сожалению, оказалось, что надо всегда проверять совместимость версий ОС и  языка программирования, и что самое новое не всегда хорошо.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4010" y="895927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223</Words>
  <Application>Microsoft Office PowerPoint</Application>
  <PresentationFormat>Широкоэкранный</PresentationFormat>
  <Paragraphs>33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Fedor Lopatinskiy</cp:lastModifiedBy>
  <cp:revision>112</cp:revision>
  <dcterms:created xsi:type="dcterms:W3CDTF">2021-02-08T11:39:32Z</dcterms:created>
  <dcterms:modified xsi:type="dcterms:W3CDTF">2025-12-18T04:55:26Z</dcterms:modified>
</cp:coreProperties>
</file>